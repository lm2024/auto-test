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560320"/>
            <a:ext cx="2286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AI + 自动化测试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00D4FF"/>
                </a:solidFill>
                <a:latin typeface="Microsoft YaHei"/>
              </a:rPr>
              <a:t>内网接口回归智能化平台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当前能跑 · 未来可期 · 安全可控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时代背景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AI 时代，测试工作也要升级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国家大力推进人工智能 + 各行业深度融合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测试工作不应停留在「人海战术」，而应拥抱智能化工具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关键问题：AI 不是噱头，要找到真正有价值的落地场景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我们的回答：精准 AI，不做花架子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只做 2 个高价值 AI 能力，均基于已有链路模板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无模板不凭空生成，确保可控、可审计、可落地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AI 未配置时自动降级为规则分析，基本能力不受影响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产品全景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内网接口自动化测试平台 + 接口录制助手（浏览器插件）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三大交付模块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后端服务 + 前端可视化平台 + 浏览器录制插件，一体协同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后端服务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Spring Boot 自研执行引擎，链路管理、日志存储、AI 能力、插件对接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前端平台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Vue 3 可视化拖拽编排，执行状态实时展示，普通测试人员零代码上手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浏览器插件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「接口录制助手」录制页面操作，自动捕获接口，一键推送平台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一条链路，走完闭环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安装插件 → 开启录制 → 操作业务页面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自动捕获接口 + 跨页面持久化存储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人工筛选有效接口 → 自动识别上下游参数依赖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一键推送平台 → 自动生成测试链路 + 节点 + 参数关联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画布微调流程 → AI 生成测试数据 → 触发执行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实时查看节点状态 → 失败一键 AI 分析 → 完整执行日志留存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AI 能力深度解读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AI 能力一：全链路智能造数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输入：数据库中已有的链路节点模板（URL、字段结构、业务含义）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处理：大模型按业务规则生成合规测试数据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输出：按节点维度返回请求头、请求体，支持人工确认后保存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ID 策略：支持自增模式（基于历史最大 ID）和自定义起始值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AI 能力二：失败智能诊断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输入：完整请求信息 + 响应状态码 + 响应体 + 错误堆栈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分析维度：参数错误、字段缺失、权限不足、业务校验失败、服务异常等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输出：根因定位 + 排查步骤 + 修复方案（结构化三段式）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降级策略：大模型不可用时，按 HTTP 状态码返回规则分析模板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AI 安全边界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所有 AI 调用走内网大模型服务，数据不出网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AI 只基于已有模板工作，不凭空编造接口或业务逻辑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生成结果需人工确认后才落库，人机协同而非全自动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完整日志留痕，AI 分析结果可追溯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回归稳态：AI 的最佳战场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为什么 AI 回归比 AI 新功能测试更靠谱？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回归场景：业务路径固定、接口结构稳定 → AI 模板可复用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新功能场景：接口频繁变动、规则未定型 → AI 维护成本反而高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结论：先把 AI 用在「确定性高」的回归场景，见效快、风险低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场景定位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核心定位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面向既有功能的回归验证与稳态保障，不是新功能开发验证的主力工具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为什么适合回归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成熟业务流程路径固定，录制一次、反复执行，最适合做版本发布前后的稳态巡检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能降低什么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将大量重复的手工接口回归，转化为「一键执行 + 自动比对」，显著压缩回归工作量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不适合什么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全新业务逻辑首次验证、复杂探索性测试、尚未稳定的频繁变更接口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推荐使用节奏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版本发布前跑全量回归链路；日常每周/每日稳态巡检；重大变更后定点回归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测试人员体感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以前 vs 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建用例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抓包摘抄 2 小时 → 录制推送 30 分钟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造数据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手工编 JSON 1 小时 → AI 一键生成 1 分钟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跑回归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手工调接口 3 小时 → 一键执行 5 分钟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查故障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逐字段比对 30 分钟 → AI 分析 1 分钟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测试人员只需要会三件事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会操作业务页面（本来就会）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会点插件上的「推送平台」按钮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会在画布上确认流程、点「执行」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技术底座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自研执行引擎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不依赖专业流程引擎，自研覆盖 90%+ 场景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串行 + 分组并行，变量自动传递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WebSocket 实时推送，执行过程全透明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极简部署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零额外中间件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不引入 Redis、MQ、专业流程引擎，单实例即可部署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纯内网适配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全程运行于公司内网，数据不出网，支持离线部署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技术栈成熟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JDK 8 + Spring Boot + MySQL + Vue 3，与现有环境零冲突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运维极简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仅需维护 MySQL 与应用服务，插件离线更新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A1A2E"/>
                </a:solidFill>
                <a:latin typeface="Microsoft YaHei"/>
              </a:rPr>
              <a:t>● 落地周期短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C5C7A"/>
                </a:solidFill>
                <a:latin typeface="Microsoft YaHei"/>
              </a:rPr>
              <a:t>    Docker 一键拉起数据库，应用打包部署，测试人员装插件即可用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未来蓝图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近期（已具备）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录制 → 编排 → AI 造数 → 执行 → AI 排障 全闭环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可立即选试点链路验证效果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中期（已规划）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定时回归任务：无人值守稳态巡检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测试报告自动导出：一键生成领导汇报材料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条件分支/循环编排：覆盖更复杂业务场景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远期（AI 深度融合）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变更影响分析：代码变更后 AI 推荐需回归的链路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智能用例推荐：基于历史执行数据优化回归策略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自然语言建用例：描述业务流程，AI 自动生成链路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质量态势大屏：领导一屏掌握系统健康度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「今天种下的回归自动化，是明天智能化运维的基石」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WebSocket 实时推送：执行过程「看得见」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前端进入执行页自动建立 WebSocket 连接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节点开始、完成、链路结束时实时推送状态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推送内容：节点编码、状态、耗时、响应码、简要错误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领导可随时查看执行大屏，感知平台「在干活」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插件能力清单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页面操作录制，自动捕获全部网络请求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跨页面持久化存储，跳转不丢数据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接口筛选、搜索、详情查看、勾选推送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支持导出 JSON 文件，支持追加至已有链路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纯内网运行，无外网请求，权限范围可控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AI 与自动化的协同关系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自动化解决「重复执行」问题 —— 机器干机器的活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AI 解决「数据构造」和「故障诊断」问题 —— 智能干智能的活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人工解决「业务判断」和「最终决策」问题 —— 人干人的活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三者协同，而非互相替代，这才是 AI 时代的正确打开方式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D4FF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落地与问答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试点建议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选 1-2 条最成熟链路，2 周内出效果数据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用「前后对比」说话，不靠 PPT 靠结果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1A2E"/>
                </a:solidFill>
                <a:latin typeface="Microsoft YaHei"/>
              </a:rPr>
              <a:t>● 验证通过后纳入发布流程，形成长效机制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问：这个平台是干什么的？能解决什么问题？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这是一套面向纯内网环境的接口自动化测试平台。核心解决测试人员「手工摘抄接口、人工梳理依赖、重复回归、失败难排查」四大痛点，把成熟业务的接口回归变成可录制、可复用、可一键执行的标准化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问：跟市面上 Postman、JMeter 有什么区别？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答：市面工具偏「单接口调试」，我们做的是「全链路闭环」：浏览器录制 → 自动识别参数依赖 → 可视化编排 → 批量执行 → 实时状态 → AI 排障。更重要的是完全适配纯内网、零中间件，测试人员不需要写代码。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问：为什么更适合回归，而不是测新功能？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回归场景的业务路径已经跑通、接口相对稳定，录制一次就能反复执行。新功能往往接口频繁变动、业务规则未定型，维护成本反而高。所以我们明确定位：做「稳态保障」和「回归减负」，而非新需求探索测试的主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问：能降低多少测试工作量？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答：以一条 10 个接口的业务链路为例：手工回归每次约 2-3 小时（摘抄+执行+比对），平台化后首次录制约 30 分钟，之后每次一键执行约 3-5 分钟。长期看，回归人力可压缩 70%-90%，测试人员精力转向更有价值的场景设计。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问：测试人员好上手吗？需要会编程吗？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答：不需要编程。测试人员只需：装插件 → 像平时一样操作业务页面 → 点「推送平台」→ 在画布上微调 → 点「执行」。全程可视化，JSON 编辑有格式化工具，普通测试人员半天即可独立操作。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问：数据安全怎么保障？会不会出内网？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答：平台全程运行于公司内网，所有测试数据、接口信息、执行日志存储在内网服务器。AI 能力对接内网部署的大模型服务，不出网。浏览器插件仅捕获指定业务域名的请求，权限范围可控。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问：部署复杂吗？需要买很多服务器吗？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答：不复杂。单实例即可运行，仅需一台应用服务器 + MySQL 数据库，不需要 Redis、消息队列等额外中间件。支持 Docker 部署，运维成本极低。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问：AI 是不是噱头？实际价值在哪？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答：我们只做两个高价值 AI 场景，不做花架子：一是基于链路模板自动生成合规测试数据，解决 ID 递增和数据构造痛点；二是执行失败时一键 AI 分析根因，把原来 30 分钟的排查缩短到 1 分钟。且 AI 未配置时有规则降级，不影响基本使用。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问：自动识别参数依赖准确吗？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对字段名一致的参数，识别准确率很高。语义相近但字段名不一致的，可能存在少量漏识别，平台会在画布上高亮标记已识别的依赖关系，测试人员可一键校验和手动补充。这是可控的小偏差，不影响整体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问：版本升级后接口变了怎么办？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答：重新录制或追加节点即可。平台支持「追加至现有链路」，不必从零开始。对于频繁变更的新功能接口，建议仍以手工验证为主，等接口稳定后再纳入自动化回归库。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问：能不能定时自动跑？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答：当前版本以手动触发执行为主，已规划定时回归测试作为下一期能力。现阶段建议纳入发布流程：版本发布前由测试负责人统一触发全量回归。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问：出了问题谁负责？会不会误报？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答：自动化回归是「辅助判断」而非「替代人工」。它的价值在于快速覆盖大量重复路径、第一时间发现接口异常。最终发布决策仍由测试负责人把关，平台提供完整执行日志和 AI 分析辅助定位。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问：投入产出比怎么样？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答：建设成本：一套轻量化平台，无额外中间件采购。收益：每条成熟业务链路录制一次、长期复用，回归人力大幅压缩，故障发现前置到发布前。按内部评估，可落地性评分 97/100，属于「小投入、大收益、快见效」的信息化提质增效项目。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问：未来还能做什么？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答：已规划方向包括：定时回归任务、测试报告自动导出、条件分支/循环编排、断点重跑、用例版本管理。随着内网大模型能力增强，还可扩展智能用例推荐、变更影响分析等 AI 场景。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Microsoft YaHei"/>
              </a:rPr>
              <a:t>问：现在就能用吗？成熟度如何？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2E"/>
                </a:solidFill>
                <a:latin typeface="Microsoft YaHei"/>
              </a:rPr>
              <a:t>答：核心闭环已完整实现：录制、导入、编排、执行、日志、WebSocket 实时推送、AI 失败分析均已开发完成。建议先选 1-2 条最成熟、最高频的回归链路做试点，验证效果后逐步推广。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AI 赋能测试，稳态保障升级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当前能跑，未来可期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恳请领导审阅支持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