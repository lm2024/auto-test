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从领导视角：强调质量保障是数字化建设的底座。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560320"/>
            <a:ext cx="2286000" cy="54864"/>
          </a:xfrm>
          <a:prstGeom prst="rect">
            <a:avLst/>
          </a:prstGeom>
          <a:solidFill>
            <a:srgbClr val="C9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内网接口自动化测试平台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C9A055"/>
                </a:solidFill>
                <a:latin typeface="Microsoft YaHei"/>
              </a:rPr>
              <a:t>信息化提质增效 · 接口回归稳态保障方案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汇报单位：________　　汇报人：________　　日期：________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9A055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建设背景与痛点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为什么需要这个平台？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业务系统持续迭代，接口数量快速增长，手工测试已难以支撑稳态保障要求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测试力量有限，大量精力消耗在重复回归，难以投入到更有价值的质量工作中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信息化建设不仅要「建得好」，更要「管得住、测得稳」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当前测试工作四大痛点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测试人员需手动从浏览器抓包、逐字段摘抄接口信息，重复劳动多、易出错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全链路接口参数依赖需人工梳理，上下游参数不匹配导致执行失败频发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测试数据构造依赖人工编写，ID 递增、业务合规数据生成成本高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接口执行失败后，需人工比对请求响应、定位根因，排查效率低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「成熟业务的稳态保障，不应依赖人海战术」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9A055"/>
                </a:solidFill>
                <a:latin typeface="Microsoft YaHei"/>
              </a:rPr>
              <a:t>—— 回归自动化是信息化提质增效的关键抓手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9A055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平台定位与适用场景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平台一句话定位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「内网接口自动化测试平台 + 接口录制助手（浏览器插件）」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让测试人员像操作业务页面一样，完成接口回归用例的建设与执行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核心使命：降低回归工作量，保障系统稳态运行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明确适用场景（领导重点关注）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核心定位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面向既有功能的回归验证与稳态保障，不是新功能开发验证的主力工具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为什么适合回归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成熟业务流程路径固定，录制一次、反复执行，最适合做版本发布前后的稳态巡检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能降低什么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将大量重复的手工接口回归，转化为「一键执行 + 自动比对」，显著压缩回归工作量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不适合什么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全新业务逻辑首次验证、复杂探索性测试、尚未稳定的频繁变更接口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推荐使用节奏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版本发布前跑全量回归链路；日常每周/每日稳态巡检；重大变更后定点回归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场景边界：什么不做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不做新功能首次验证的主力工具（接口未稳定、规则未定型）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不做复杂探索性测试、性能压测（本期聚焦接口功能回归）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不做大规模分布式集群（本期单实例轻量化落地）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定位清晰，避免「万能工具」预期，确保落地口碑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9A055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核心能力与架构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三大模块协同架构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三大交付模块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后端服务 + 前端可视化平台 + 浏览器录制插件，一体协同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后端服务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Spring Boot 自研执行引擎，链路管理、日志存储、AI 能力、插件对接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前端平台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Vue 3 可视化拖拽编排，执行状态实时展示，普通测试人员零代码上手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浏览器插件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「接口录制助手」录制页面操作，自动捕获接口，一键推送平台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完整业务闭环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安装插件 → 开启录制 → 操作业务页面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自动捕获接口 + 跨页面持久化存储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人工筛选有效接口 → 自动识别上下游参数依赖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一键推送平台 → 自动生成测试链路 + 节点 + 参数关联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画布微调流程 → AI 生成测试数据 → 触发执行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实时查看节点状态 → 失败一键 AI 分析 → 完整执行日志留存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自研执行引擎：稳态巡检的「发动机」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支持全串行 + 分组并行两种执行模式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自动变量传递：上下游接口参数自动衔接，无需人工拼接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断言校验 + 完整日志：每次执行留痕，可追溯、可审计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WebSocket 实时推送：执行过程全程可视，领导可感知「在干活」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浏览器插件：零门槛的「录制器」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测试人员正常操作业务页面，插件自动捕获全部接口请求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跨页面跳转不丢数据，支持筛选、搜索、详情查看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一键推送至平台，自动识别参数依赖，生成完整测试链路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无需编程、无需手工摘抄，半天即可上手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9A055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AI 赋能与差异化价值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精准 AI 赋能：只做两件事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AI 全链路测试数据生成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基于已有链路模板，智能生成合规测试数据，支持 ID 自增/自定义策略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AI 执行失败智能分析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节点失败时自动分析根因，给出排查步骤和修复建议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安全可控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所有 AI 能力基于已有模板，无模板不凭空生成；对接内网大模型，数据不出网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智能降级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大模型未配置时，自动切换规则分析，保障基本可用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给测试人员带来的直接好处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告别手工摘抄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录制替代抓包复制，建用例效率提升 5-10 倍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告别人工拼参数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自动识别上下游依赖，全链路参数自动传递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告别重复回归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一键执行成熟链路，单次回归从小时级降到分钟级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告别盲目排查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失败节点一键 AI 分析，快速定位根因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9A055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落地路径与保障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部署方案：极简、可控、不出内网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零额外中间件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不引入 Redis、MQ、专业流程引擎，单实例即可部署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纯内网适配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全程运行于公司内网，数据不出网，支持离线部署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技术栈成熟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JDK 8 + Spring Boot + MySQL + Vue 3，与现有环境零冲突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运维极简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仅需维护 MySQL 与应用服务，插件离线更新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落地周期短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Docker 一键拉起数据库，应用打包部署，测试人员装插件即可用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三阶段落地建议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第一阶段（1-2 周）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选 1-2 条最高频回归链路试点，完成录制→执行→验证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第二阶段（1 个月）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推广至各业务模块核心链路，建立「回归链路库」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第三阶段（持续）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纳入版本发布流程，形成「发布前必跑」稳态机制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可落地性评估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业务闭环完整性：24/25 分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技术可行性：25/25 分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环境适配性：20/20 分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运维与维护成本：14/15 分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用户体验与易用性：14/15 分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综合评分：97/100 —— 高度可落地，无致命缺陷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9A055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成效展望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当前价值（已具备）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完整闭环已开发完成，可立即试点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回归人力预计压缩 70%-90%（成熟链路）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故障发现前置到发布前，降低线上风险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执行过程全留痕，满足审计追溯要求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未来价值（已规划）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定时回归任务：无人值守的稳态巡检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测试报告自动导出：一键生成汇报材料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AI 变更影响分析：智能推荐需回归的链路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用例版本管理：回归资产持续积累、可传承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「小投入、快见效、可持续」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9A055"/>
                </a:solidFill>
                <a:latin typeface="Microsoft YaHei"/>
              </a:rPr>
              <a:t>—— 让信息化建设的成果「测得稳、跑得通」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可视化编排：测试人员的「作战沙盘」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LogicFlow 拖拽画布，左-中-右三栏标准布局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节点详情支持 JSON 格式化编辑、一键复制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执行时节点卡片实时变色：绿成功、红失败、蓝运行中、灰跳过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点击节点查看完整请求/响应，失败节点一键 AI 分析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执行日志：全过程可追溯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执行主日志：记录链路级状态、总耗时、全局错误信息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节点明细日志：完整复现每次请求的请求头、请求体、响应码、响应体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支持按链路、状态、时间范围分页查询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满足审计追溯要求，「谁在什么时候测了什么」一目了然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风险可控：诚实面对不足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参数依赖识别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字段名不一致时可能漏识别 → 画布高亮标记，人工一键补充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大模型造数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格式可能偏差 → 人工确认环节，不强制自动落库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插件录制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极端跳转场景可能丢请求 → 支持二次录制追加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● 总体评估</a:t>
            </a:r>
          </a:p>
          <a:p>
            <a:pPr lvl="1"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  <a:latin typeface="Microsoft YaHei"/>
              </a:rPr>
              <a:t>    均为低风险、有规避方案，不影响 97 分可落地性判定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与现有工作的衔接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不替代测试人员的业务判断，而是接管重复劳动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新功能仍由测试人员手工验证，成熟后纳入回归库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发布决策权仍在测试负责人，平台提供数据和日志支撑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Microsoft YaHei"/>
              </a:rPr>
              <a:t>● 与现有项目管理、版本发布流程自然衔接，无额外流程负担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9A055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问：这个平台是干什么的？能解决什么问题？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这是一套面向纯内网环境的接口自动化测试平台。核心解决测试人员「手工摘抄接口、人工梳理依赖、重复回归、失败难排查」四大痛点，把成熟业务的接口回归变成可录制、可复用、可一键执行的标准化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问：跟市面上 Postman、JMeter 有什么区别？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答：市面工具偏「单接口调试」，我们做的是「全链路闭环」：浏览器录制 → 自动识别参数依赖 → 可视化编排 → 批量执行 → 实时状态 → AI 排障。更重要的是完全适配纯内网、零中间件，测试人员不需要写代码。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问：为什么更适合回归，而不是测新功能？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回归场景的业务路径已经跑通、接口相对稳定，录制一次就能反复执行。新功能往往接口频繁变动、业务规则未定型，维护成本反而高。所以我们明确定位：做「稳态保障」和「回归减负」，而非新需求探索测试的主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问：能降低多少测试工作量？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答：以一条 10 个接口的业务链路为例：手工回归每次约 2-3 小时（摘抄+执行+比对），平台化后首次录制约 30 分钟，之后每次一键执行约 3-5 分钟。长期看，回归人力可压缩 70%-90%，测试人员精力转向更有价值的场景设计。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问：测试人员好上手吗？需要会编程吗？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答：不需要编程。测试人员只需：装插件 → 像平时一样操作业务页面 → 点「推送平台」→ 在画布上微调 → 点「执行」。全程可视化，JSON 编辑有格式化工具，普通测试人员半天即可独立操作。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问：数据安全怎么保障？会不会出内网？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答：平台全程运行于公司内网，所有测试数据、接口信息、执行日志存储在内网服务器。AI 能力对接内网部署的大模型服务，不出网。浏览器插件仅捕获指定业务域名的请求，权限范围可控。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问：部署复杂吗？需要买很多服务器吗？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答：不复杂。单实例即可运行，仅需一台应用服务器 + MySQL 数据库，不需要 Redis、消息队列等额外中间件。支持 Docker 部署，运维成本极低。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问：AI 是不是噱头？实际价值在哪？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答：我们只做两个高价值 AI 场景，不做花架子：一是基于链路模板自动生成合规测试数据，解决 ID 递增和数据构造痛点；二是执行失败时一键 AI 分析根因，把原来 30 分钟的排查缩短到 1 分钟。且 AI 未配置时有规则降级，不影响基本使用。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问：自动识别参数依赖准确吗？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对字段名一致的参数，识别准确率很高。语义相近但字段名不一致的，可能存在少量漏识别，平台会在画布上高亮标记已识别的依赖关系，测试人员可一键校验和手动补充。这是可控的小偏差，不影响整体落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问：版本升级后接口变了怎么办？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答：重新录制或追加节点即可。平台支持「追加至现有链路」，不必从零开始。对于频繁变更的新功能接口，建议仍以手工验证为主，等接口稳定后再纳入自动化回归库。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问：能不能定时自动跑？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答：当前版本以手动触发执行为主，已规划定时回归测试作为下一期能力。现阶段建议纳入发布流程：版本发布前由测试负责人统一触发全量回归。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问：出了问题谁负责？会不会误报？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答：自动化回归是「辅助判断」而非「替代人工」。它的价值在于快速覆盖大量重复路径、第一时间发现接口异常。最终发布决策仍由测试负责人把关，平台提供完整执行日志和 AI 分析辅助定位。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问：投入产出比怎么样？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答：建设成本：一套轻量化平台，无额外中间件采购。收益：每条成熟业务链路录制一次、长期复用，回归人力大幅压缩，故障发现前置到发布前。按内部评估，可落地性评分 97/100，属于「小投入、大收益、快见效」的信息化提质增效项目。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问：未来还能做什么？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答：已规划方向包括：定时回归任务、测试报告自动导出、条件分支/循环编排、断点重跑、用例版本管理。随着内网大模型能力增强，还可扩展智能用例推荐、变更影响分析等 AI 场景。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领导关切 · 问答备答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2A2A"/>
                </a:solidFill>
                <a:latin typeface="Microsoft YaHei"/>
              </a:rPr>
              <a:t>问：现在就能用吗？成熟度如何？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Microsoft YaHei"/>
              </a:rPr>
              <a:t>答：核心闭环已完整实现：录制、导入、编排、执行、日志、WebSocket 实时推送、AI 失败分析均已开发完成。建议先选 1-2 条最成熟、最高频的回归链路做试点，验证效果后逐步推广。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感谢各位领导指导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恳请支持试点推广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内网接口自动化测试平台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