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560320"/>
            <a:ext cx="2286000" cy="54864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接口回归自动化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FF8F00"/>
                </a:solidFill>
                <a:latin typeface="Microsoft YaHei"/>
              </a:rPr>
              <a:t>测试提效与稳态保障价值汇报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用数据说话 · 用结果证明 · 用闭环落地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痛点量化：钱花在哪了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测试人力的「隐形浪费」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手工摘抄接口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每条链路平均 1-2 小时，10 条链路 = 10-20 人天/次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人工回归执行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每条链路每次 2-3 小时，月发 4 版 = 80-120 人时/月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失败排查定位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单次故障平均 30-60 分钟，占测试总工时 20%+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新人培养成本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熟悉接口依赖需 1-2 周，知识难以沉淀复用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如果不改变，会怎样？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版本发布周期被回归测试拖累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测试人员疲于重复劳动，高质量测试投入不足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接口故障发现滞后，线上风险持续存在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信息化建设「建得好」但「测不稳」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解决方案总览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内网接口自动化测试平台 + 接口录制助手（浏览器插件）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一套平台 + 一个插件 = 完整回归自动化闭环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测试人员零代码，像操作业务页面一样建设用例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纯内网部署，零额外中间件，单实例即可运行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六步闭环，步步省心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安装插件 → 开启录制 → 操作业务页面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自动捕获接口 + 跨页面持久化存储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人工筛选有效接口 → 自动识别上下游参数依赖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一键推送平台 → 自动生成测试链路 + 节点 + 参数关联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画布微调流程 → AI 生成测试数据 → 触发执行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实时查看节点状态 → 失败一键 AI 分析 → 完整执行日志留存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前后对比：效果一目了然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建用例：从「小时级」到「分钟级」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以前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抓包 → 手工摘抄 URL/Header/Body → 人工梳理依赖 → 逐个配置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现在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操作页面 → 插件自动捕获 → 一键推送 → 平台自动生成链路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效率变化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首次建设效率提升 5-10 倍，后续维护成本趋近于零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跑回归：从「人海战术」到「一键执行」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以前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每次发版重复手工调接口，10 节点链路约 2-3 小时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现在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一键触发，3-5 分钟完成，WebSocket 实时看进度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效率变化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回归人力压缩 70%-90%，测试人员可并行多条链路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排故障：从「盲人摸象」到「一键诊断」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以前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人工比对请求响应，逐字段排查，平均 30-60 分钟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现在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失败节点一键 AI 分析，秒级给出根因+排查步骤+修复建议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效率变化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故障定位效率提升 10 倍以上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核心能力拆解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能力一：录制式零配置建用例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浏览器插件「接口录制助手」自动捕获页面全部接口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自动识别上下游参数依赖，生成变量提取与占位符引用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跨页面持久化存储，跳转不丢数据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能力二：可视化低门槛编排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拖拽式画布调整流程，无需编码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JSON 格式化编辑、一键复制，降低配置门槛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支持链路复制，快速生成变体用例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能力三：自研执行引擎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串行 + 分组并行，覆盖 90%+ 接口测试场景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变量自动传递、断言自动校验、异常自动中断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完整执行日志落库，支持审计追溯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能力四：AI 双引擎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AI 全链路测试数据生成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基于已有链路模板，智能生成合规测试数据，支持 ID 自增/自定义策略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AI 执行失败智能分析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节点失败时自动分析根因，给出排查步骤和修复建议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安全可控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所有 AI 能力基于已有模板，无模板不凭空生成；对接内网大模型，数据不出网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智能降级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大模型未配置时，自动切换规则分析，保障基本可用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场景定位：回归与稳态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我们的战场：成熟业务的「稳态防线」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核心定位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面向既有功能的回归验证与稳态保障，不是新功能开发验证的主力工具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为什么适合回归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成熟业务流程路径固定，录制一次、反复执行，最适合做版本发布前后的稳态巡检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能降低什么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将大量重复的手工接口回归，转化为「一键执行 + 自动比对」，显著压缩回归工作量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不适合什么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全新业务逻辑首次验证、复杂探索性测试、尚未稳定的频繁变更接口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推荐使用节奏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版本发布前跑全量回归链路；日常每周/每日稳态巡检；重大变更后定点回归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推荐使用矩阵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版本发布前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全量回归核心链路，确保不发版「带病上线」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日常巡检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每周/每日定时执行高频链路，早发现早处置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重大变更后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对受影响模块定点回归，精准验证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新功能开发期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仍以手工验证为主，待接口稳定后纳入回归库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落地保障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技术架构：极简可运维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三大交付模块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后端服务 + 前端可视化平台 + 浏览器录制插件，一体协同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后端服务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Spring Boot 自研执行引擎，链路管理、日志存储、AI 能力、插件对接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前端平台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Vue 3 可视化拖拽编排，执行状态实时展示，普通测试人员零代码上手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浏览器插件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「接口录制助手」录制页面操作，自动捕获接口，一键推送平台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部署清单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零额外中间件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不引入 Redis、MQ、专业流程引擎，单实例即可部署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纯内网适配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全程运行于公司内网，数据不出网，支持离线部署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技术栈成熟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JDK 8 + Spring Boot + MySQL + Vue 3，与现有环境零冲突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运维极简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仅需维护 MySQL 与应用服务，插件离线更新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落地周期短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Docker 一键拉起数据库，应用打包部署，测试人员装插件即可用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试点推广三步走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选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选 1-2 条最高频、最成熟的回归链路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跑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完成录制→编排→执行→验证，用数据证明效果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扩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推广至各模块，建立回归链路库，纳入发布流程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价值总结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三维价值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效率价值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回归人力压缩 70%-90%，释放测试产能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质量价值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故障发现前置，降低线上事故风险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资产价值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455A64"/>
                </a:solidFill>
                <a:latin typeface="Microsoft YaHei"/>
              </a:rPr>
              <a:t>    回归用例可沉淀、可复用、可传承，越用越强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可落地性：97/100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全链路闭环无断点，核心功能已开发完成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纯内网零中间件，与现有环境完全兼容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现存不足均有明确规避方案，无不可解决风险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技术参数一览（领导快速查阅）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后端：JDK 8 + Spring Boot 2.7 + MySQL + LangChain4j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前端：Vue 3 + Vite + Element Plus + LogicFlow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插件：Chrome/Edge Manifest V3，纯内网运行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部署：单实例 + MySQL，支持 Docker，无需 Redis/MQ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一条链路的完整生命周期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创建：插件录制推送 / 手工新建 / 复制已有链路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配置：画布编排 + AI 造数 + 人工确认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执行：一键触发 → 异步执行 → WebSocket 实时推送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复盘：查看日志 → 失败 AI 分析 → 优化链路 → 再次执行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沉淀：成熟链路纳入回归库，长期复用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预期成效数据（试点后可验证）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建用例效率：提升 5-10 倍（录制 vs 手工摘抄）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回归执行效率：提升 20-40 倍（一键 vs 手工调接口）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故障定位效率：提升 10 倍以上（AI 分析 vs 人工比对）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回归人力占比：从 60%-70% 降至 10%-20%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8F00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问答备答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问：这个平台是干什么的？能解决什么问题？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这是一套面向纯内网环境的接口自动化测试平台。核心解决测试人员「手工摘抄接口、人工梳理依赖、重复回归、失败难排查」四大痛点，把成熟业务的接口回归变成可录制、可复用、可一键执行的标准化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问：跟市面上 Postman、JMeter 有什么区别？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答：市面工具偏「单接口调试」，我们做的是「全链路闭环」：浏览器录制 → 自动识别参数依赖 → 可视化编排 → 批量执行 → 实时状态 → AI 排障。更重要的是完全适配纯内网、零中间件，测试人员不需要写代码。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问：为什么更适合回归，而不是测新功能？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回归场景的业务路径已经跑通、接口相对稳定，录制一次就能反复执行。新功能往往接口频繁变动、业务规则未定型，维护成本反而高。所以我们明确定位：做「稳态保障」和「回归减负」，而非新需求探索测试的主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问：能降低多少测试工作量？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答：以一条 10 个接口的业务链路为例：手工回归每次约 2-3 小时（摘抄+执行+比对），平台化后首次录制约 30 分钟，之后每次一键执行约 3-5 分钟。长期看，回归人力可压缩 70%-90%，测试人员精力转向更有价值的场景设计。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问：测试人员好上手吗？需要会编程吗？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答：不需要编程。测试人员只需：装插件 → 像平时一样操作业务页面 → 点「推送平台」→ 在画布上微调 → 点「执行」。全程可视化，JSON 编辑有格式化工具，普通测试人员半天即可独立操作。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问：数据安全怎么保障？会不会出内网？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答：平台全程运行于公司内网，所有测试数据、接口信息、执行日志存储在内网服务器。AI 能力对接内网部署的大模型服务，不出网。浏览器插件仅捕获指定业务域名的请求，权限范围可控。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问：部署复杂吗？需要买很多服务器吗？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答：不复杂。单实例即可运行，仅需一台应用服务器 + MySQL 数据库，不需要 Redis、消息队列等额外中间件。支持 Docker 部署，运维成本极低。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问：AI 是不是噱头？实际价值在哪？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答：我们只做两个高价值 AI 场景，不做花架子：一是基于链路模板自动生成合规测试数据，解决 ID 递增和数据构造痛点；二是执行失败时一键 AI 分析根因，把原来 30 分钟的排查缩短到 1 分钟。且 AI 未配置时有规则降级，不影响基本使用。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问：自动识别参数依赖准确吗？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对字段名一致的参数，识别准确率很高。语义相近但字段名不一致的，可能存在少量漏识别，平台会在画布上高亮标记已识别的依赖关系，测试人员可一键校验和手动补充。这是可控的小偏差，不影响整体落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问：版本升级后接口变了怎么办？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答：重新录制或追加节点即可。平台支持「追加至现有链路」，不必从零开始。对于频繁变更的新功能接口，建议仍以手工验证为主，等接口稳定后再纳入自动化回归库。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问：能不能定时自动跑？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答：当前版本以手动触发执行为主，已规划定时回归测试作为下一期能力。现阶段建议纳入发布流程：版本发布前由测试负责人统一触发全量回归。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问：出了问题谁负责？会不会误报？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答：自动化回归是「辅助判断」而非「替代人工」。它的价值在于快速覆盖大量重复路径、第一时间发现接口异常。最终发布决策仍由测试负责人把关，平台提供完整执行日志和 AI 分析辅助定位。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问：投入产出比怎么样？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答：建设成本：一套轻量化平台，无额外中间件采购。收益：每条成熟业务链路录制一次、长期复用，回归人力大幅压缩，故障发现前置到发布前。按内部评估，可落地性评分 97/100，属于「小投入、大收益、快见效」的信息化提质增效项目。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问：未来还能做什么？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答：已规划方向包括：定时回归任务、测试报告自动导出、条件分支/循环编排、断点重跑、用例版本管理。随着内网大模型能力增强，还可扩展智能用例推荐、变更影响分析等 AI 场景。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常见问题 · 应答参考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Microsoft YaHei"/>
              </a:rPr>
              <a:t>问：现在就能用吗？成熟度如何？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答：核心闭环已完整实现：录制、导入、编排、执行、日志、WebSocket 实时推送、AI 失败分析均已开发完成。建议先选 1-2 条最成熟、最高频的回归链路做试点，验证效果后逐步推广。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用自动化守住稳态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用数据证明价值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恳请领导支持试点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